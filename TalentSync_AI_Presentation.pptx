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1EA3A7-3C6B-466F-A2DE-A51776378A54}" v="7" dt="2026-04-15T13:38:13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3" d="100"/>
          <a:sy n="113" d="100"/>
        </p:scale>
        <p:origin x="-156" y="-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881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286000" cy="2286000"/>
          </a:xfrm>
          <a:prstGeom prst="ellipse">
            <a:avLst/>
          </a:prstGeom>
          <a:solidFill>
            <a:srgbClr val="0A2236"/>
          </a:solidFill>
          <a:ln w="12700">
            <a:solidFill>
              <a:srgbClr val="0A22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94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Resume Screening &amp; Job Matching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029200" cy="0"/>
          </a:xfrm>
          <a:prstGeom prst="line">
            <a:avLst/>
          </a:prstGeom>
          <a:noFill/>
          <a:ln w="254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320040" cy="320040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797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743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G.RAM CHARAN TEJ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743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</a:t>
            </a:r>
            <a:r>
              <a:rPr lang="en-US" sz="1000" dirty="0" err="1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r>
              <a:rPr lang="en-US" sz="10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73552"/>
            <a:ext cx="320040" cy="320040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32369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A.AMRUTH REDDY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32369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320040" cy="320040"/>
          </a:xfrm>
          <a:prstGeom prst="ellipse">
            <a:avLst/>
          </a:prstGeom>
          <a:solidFill>
            <a:srgbClr val="1E90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67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730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T.PRANITH REDDY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7307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&amp; </a:t>
            </a:r>
            <a:r>
              <a:rPr lang="en-US" sz="1000" dirty="0" smtClean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recruitment is broken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Recruitment Crisis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14800" cy="132588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64008" cy="132588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Volume Overload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advertisement gets 100-1,000 or more applications. HR departments do not have the time to go through each of them, and end up with rushed and skipped evaluations.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114800" cy="132588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017520"/>
            <a:ext cx="64008" cy="132588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ATS Keyword Failure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Applicant Tracking Systems only filter based on keywords - 88% of employers (Harvard, 2021) believe that qualified candidates are filtered out before a human can look at them.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508760"/>
            <a:ext cx="4114800" cy="132588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508760"/>
            <a:ext cx="64008" cy="132588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5819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Opaque Scoring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18745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 scores are given to the candidates without any justification. They are not able to enhance their profiles and find out why they are not accepted.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017520"/>
            <a:ext cx="4114800" cy="132588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017520"/>
            <a:ext cx="64008" cy="1325880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Inconsistent Evaluation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3832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screening is inconsistent because of reviewer fatigue, unconscious bias, and inconsistency of rubrics -delivering unfair and unreliable results.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Problem Statement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TalentSync AI?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37490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2743200" cy="64008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97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Recruiters &amp; HR Teams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2763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 and auto-extract skill tags via AI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3317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AI-ranked applicants with match scores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30358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application status across pipeline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7398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any candidate vs. any job on demand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743200" cy="37490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05840"/>
            <a:ext cx="2743200" cy="6400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5" name="Text 13"/>
          <p:cNvSpPr/>
          <p:nvPr/>
        </p:nvSpPr>
        <p:spPr>
          <a:xfrm>
            <a:off x="3355848" y="1097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Job Applicants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162763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and receive real-time match scores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23317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5-axis breakdown: what fits, what doesn't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30358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AI-written actionable improvement tips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37398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submitted applications in one place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743200" cy="37490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2743200" cy="6400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1097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Organizations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27648" y="162763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time-to-hire with AI pre-screening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27648" y="23317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quality-of-hire through structured scoring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27648" y="303580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deployment cost — zero backend required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3739896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explainable AI for compliance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Stakeholders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 Discussion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 of TalentSync AI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931920" cy="37490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3931920" cy="64008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97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15727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Job Descriptions (5 domains)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23225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Resume Profiles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07238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30723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Resume-Job Evaluation Pairs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38221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38221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Resume Validations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1005840"/>
            <a:ext cx="4251960" cy="37490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005840"/>
            <a:ext cx="4251960" cy="64008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Model: Claude Sonnet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15727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Structured JSON Output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real-time engineering is 5 evaluation axes on the score with schema-compliant scoring.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23500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Skill Extraction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606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68 domain-specific skill tags per job description to be displayed onscreen and filtered.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3127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Match Scoring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 (0-100 returns), 5-axis breakdown, and tips to improve with natural language.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3904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Graceful Degradation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score based on heuristic in case of API un-availability — app remains operational.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Dataset &amp; Model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performance across key metrics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20240" cy="10058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1920240" cy="54864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17190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Correlation (r)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1051560"/>
            <a:ext cx="1920240" cy="10058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77440" y="1051560"/>
            <a:ext cx="1920240" cy="54864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±5.3pp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377440" y="17190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Consistency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1051560"/>
            <a:ext cx="1920240" cy="10058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051560"/>
            <a:ext cx="1920240" cy="54864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480560" y="17190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 Precision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0" y="1051560"/>
            <a:ext cx="1920240" cy="100584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1051560"/>
            <a:ext cx="1920240" cy="54864"/>
          </a:xfrm>
          <a:prstGeom prst="rect">
            <a:avLst/>
          </a:prstGeom>
          <a:solidFill>
            <a:srgbClr val="7ED32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143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7ED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583680" y="17190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 Recall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86000"/>
          <a:ext cx="8595360" cy="230428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Consistency (Std. Dev.)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±5.3 pp (avg)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8 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Correlation (Pearson 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Extraction 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Extraction 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Fallback Activation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B4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1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Evaluation Results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— Cloud Hosted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on GitHub Pages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20240" cy="114300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1920240" cy="54864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247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Portal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 Tagging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94560" y="14173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50592" y="1051560"/>
            <a:ext cx="1920240" cy="114300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51560"/>
            <a:ext cx="1920240" cy="54864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523744" y="11247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Portal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23744" y="1490472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Match Scores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70832" y="14173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26864" y="1051560"/>
            <a:ext cx="1920240" cy="1143000"/>
          </a:xfrm>
          <a:prstGeom prst="rect">
            <a:avLst/>
          </a:prstGeom>
          <a:solidFill>
            <a:srgbClr val="1E90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051560"/>
            <a:ext cx="192024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700016" y="11247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API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0016" y="1490472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47104" y="14173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03136" y="1051560"/>
            <a:ext cx="1920240" cy="114300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051560"/>
            <a:ext cx="1920240" cy="54864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112471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State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1490472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Profiles,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27889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Zero-backend SPA - works in any browser.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320954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hosted (free, worldwide available)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36301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 up - simply open and use.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0507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for desktop &amp; mobile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44714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key in js/app.js — plug &amp; play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2788920"/>
            <a:ext cx="7315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2788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7784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HTML5 + CSS3 + ES6 JS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209544"/>
            <a:ext cx="7315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20954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77840" y="32095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Sonnet API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3630168"/>
            <a:ext cx="7315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63016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77840" y="3630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</a:t>
            </a:r>
            <a:r>
              <a:rPr lang="en-US" sz="1050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(JSON)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4050792"/>
            <a:ext cx="7315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0507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77840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(static)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4471416"/>
            <a:ext cx="731520" cy="3200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5" name="Text 43"/>
          <p:cNvSpPr/>
          <p:nvPr/>
        </p:nvSpPr>
        <p:spPr>
          <a:xfrm>
            <a:off x="4754880" y="447141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577840" y="44714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- no build tools required.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8" name="Text 46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Application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and future directions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Achievements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508760"/>
            <a:ext cx="54864" cy="530352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453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robust human-AI alignment: Pearson correlation r = 0.81 with expert human resources evaluators.</a:t>
            </a:r>
          </a:p>
          <a:p>
            <a:endParaRPr lang="en-US" sz="1000" dirty="0">
              <a:solidFill>
                <a:srgbClr val="F0F6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03120"/>
            <a:ext cx="54864" cy="530352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scoring: ±5.3 pp std. deviation across repeated evaluations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9748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97480"/>
            <a:ext cx="54864" cy="530352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7340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skill extraction: 87.4% precision, 79.1% recall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91840"/>
            <a:ext cx="54864" cy="530352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3284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Zero-backend deployment: fully functional SPA on static hosting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86200"/>
            <a:ext cx="54864" cy="530352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9227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5-axis breakdown replacing opaque ATS keyword scoring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Work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50876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508760"/>
            <a:ext cx="54864" cy="53035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15453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API proxy to secure API key in production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10312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103120"/>
            <a:ext cx="54864" cy="53035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139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backend (Supabase / Firebase) for multi-user state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69748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697480"/>
            <a:ext cx="54864" cy="53035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73405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bias audit across protected characteristics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29184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291840"/>
            <a:ext cx="54864" cy="53035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3284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segmentation pre-processing for CV format diversity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886200"/>
            <a:ext cx="4114800" cy="530352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3886200"/>
            <a:ext cx="54864" cy="530352"/>
          </a:xfrm>
          <a:prstGeom prst="rect">
            <a:avLst/>
          </a:prstGeom>
          <a:solidFill>
            <a:srgbClr val="1E90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9227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generator from match analysis results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Conclusions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914400"/>
          </a:xfrm>
          <a:prstGeom prst="rect">
            <a:avLst/>
          </a:prstGeom>
          <a:solidFill>
            <a:srgbClr val="00C6D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 and resources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3840480"/>
          </a:xfrm>
          <a:prstGeom prst="rect">
            <a:avLst/>
          </a:prstGeom>
          <a:solidFill>
            <a:srgbClr val="132B44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155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Fuller, J. et al. (2021). Unnoticed laborers: the Untapped talents. Accenture &amp; Harvard Business School.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1965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Qin, C. et al. (2018). Improving Person-Job Fit to Recruit Talent. SIGIR 2018.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900" dirty="0" err="1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Dastin</a:t>
            </a: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J. (2018). Amazon aborts covert AI hiring device that was biased against women. Reuters.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2278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09160" y="111556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Ribeiro, M. T. et al. (2016). 'Why Should I Trust You?': Explaining Any Classifier. KDD 2016.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09160" y="181965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</a:t>
            </a: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 (2024). Claude Model Card and System Card. anthropic.com/model-card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252374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</a:t>
            </a: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NIST. (2023). AI Risk Management Framework (AI RMF 1.0). National Institute of Standards.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32278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</a:t>
            </a:r>
            <a:r>
              <a:rPr lang="en-US" sz="9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Tambe, P. et al. (2019). Artificial Intelligence in Human Resources Management. CMR 61(4).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39319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" y="49011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TalentSync AI  |  References</a:t>
            </a:r>
            <a:endParaRPr lang="en-US" sz="900" dirty="0"/>
          </a:p>
        </p:txBody>
      </p:sp>
      <p:sp>
        <p:nvSpPr>
          <p:cNvPr id="19" name="TextBox 18"/>
          <p:cNvSpPr txBox="1"/>
          <p:nvPr/>
        </p:nvSpPr>
        <p:spPr>
          <a:xfrm>
            <a:off x="457200" y="3182112"/>
            <a:ext cx="38368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bg1"/>
                </a:solidFill>
              </a:rPr>
              <a:t>[4] </a:t>
            </a:r>
            <a:r>
              <a:rPr lang="en-US" sz="1100" dirty="0">
                <a:solidFill>
                  <a:schemeClr val="bg1"/>
                </a:solidFill>
              </a:rPr>
              <a:t>Devlin, J. et al. (2019). BERT: Deep Bidirectional transformer pre-training. NAACL-HLT 2019.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943</Words>
  <Application>Microsoft Office PowerPoint</Application>
  <PresentationFormat>On-screen Show (16:9)</PresentationFormat>
  <Paragraphs>168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TalentSync AI — Project Presentation</dc:title>
  <dc:subject>PptxGenJS Presentation</dc:subject>
  <dc:creator>TalentSync AI Team</dc:creator>
  <cp:lastModifiedBy>pc</cp:lastModifiedBy>
  <cp:revision>6</cp:revision>
  <dcterms:created xsi:type="dcterms:W3CDTF">2026-04-15T06:39:21Z</dcterms:created>
  <dcterms:modified xsi:type="dcterms:W3CDTF">2026-04-16T05:14:04Z</dcterms:modified>
</cp:coreProperties>
</file>